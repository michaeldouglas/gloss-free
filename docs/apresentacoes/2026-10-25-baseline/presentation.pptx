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de acompanhamento científico. As datas das evidências são distintas e aparecem em cada resultado.
Não há resultados de treinamento ou de qualidade de tradução nesta etapa.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Fontes completas e notas estão nesta versão interna. O build HTML público usa --without-notes.
Se os dados forem atualizados, gere um novo snapshot com prepare-presentation-release.ts e crie um novo release; não substitua esta versão.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Progresso da pesquisa — validação dos dados</dc:title>
  <dc:subject>PptxGenJS Presentation</dc:subject>
  <dc:creator>Pesquisa em tradução de Libras</dc:creator>
  <cp:lastModifiedBy>Pesquisa em tradução de Libras</cp:lastModifiedBy>
  <cp:revision>1</cp:revision>
  <dcterms:created xsi:type="dcterms:W3CDTF">2026-10-25T19:38:00Z</dcterms:created>
  <dcterms:modified xsi:type="dcterms:W3CDTF">2026-10-25T19:38:00Z</dcterms:modified>
</cp:coreProperties>
</file>